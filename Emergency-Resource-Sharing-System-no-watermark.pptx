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nybody Black"/>
      <p:regular r:id="rId201314"/>
    </p:embeddedFont>
    <p:embeddedFont>
      <p:font typeface="Manrope"/>
      <p:regular r:id="rId201315"/>
    </p:embeddedFont>
    <p:embeddedFont>
      <p:font typeface="Manrope Medium"/>
      <p:regular r:id="rId201316"/>
    </p:embeddedFont>
    <p:embeddedFont>
      <p:font typeface="Manrope SemiBold"/>
      <p:regular r:id="rId201317"/>
    </p:embeddedFont>
    <p:embeddedFont>
      <p:font typeface="Manrop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610">
              <a:alpha val="48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396" y="463266"/>
            <a:ext cx="1188690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FULL-STACK PROJECT · EMERGENCY RESPONSE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170533"/>
            <a:ext cx="11277318" cy="2578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7200" spc="-252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EMERGENCY</a:t>
            </a:r>
            <a:endParaRPr lang="en-US" sz="7200" dirty="0"/>
          </a:p>
          <a:p>
            <a:pPr algn="ctr" indent="0" marL="0">
              <a:lnSpc>
                <a:spcPct val="78000"/>
              </a:lnSpc>
              <a:buNone/>
            </a:pPr>
            <a:r>
              <a:rPr lang="en-US" sz="7200" spc="-252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RESOURCE</a:t>
            </a:r>
            <a:endParaRPr lang="en-US" sz="7200" dirty="0"/>
          </a:p>
          <a:p>
            <a:pPr algn="ctr" indent="0" marL="0">
              <a:lnSpc>
                <a:spcPct val="78000"/>
              </a:lnSpc>
              <a:buNone/>
            </a:pPr>
            <a:r>
              <a:rPr lang="en-US" sz="7200" spc="-252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SHARING SYSTEM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52396" y="6236514"/>
            <a:ext cx="1188690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spc="10" kern="100" dirty="0">
                <a:solidFill>
                  <a:srgbClr val="FFFFFF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 MERN-based platform for finding, managing, and sharing critical resources.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7866"/>
            <a:ext cx="678163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33387" y="680069"/>
            <a:ext cx="6248244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Emergencies create a coordination gap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33387" y="1758593"/>
            <a:ext cx="67816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Urgent needs move faster than disconnected information.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7" y="3779044"/>
            <a:ext cx="492113" cy="49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387" y="4399774"/>
            <a:ext cx="1879553" cy="56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Immediate needs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3387" y="5107424"/>
            <a:ext cx="1879553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People need supplies, shelter, transport, and medical support quickly.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732" y="3779044"/>
            <a:ext cx="492113" cy="49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17732" y="4399774"/>
            <a:ext cx="1879553" cy="56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Scattered supply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2717732" y="5107424"/>
            <a:ext cx="1879553" cy="132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 resources are often spread across people, groups, and locations.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077" y="3779044"/>
            <a:ext cx="492113" cy="49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02077" y="4399774"/>
            <a:ext cx="1879553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Shared visibility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4902077" y="4822765"/>
            <a:ext cx="1879553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digital system can connect need, supply, and ownership.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08667" y="0"/>
            <a:ext cx="12700" cy="6858000"/>
          </a:xfrm>
          <a:prstGeom prst="rect">
            <a:avLst/>
          </a:prstGeom>
          <a:solidFill>
            <a:srgbClr val="19161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266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PROJECT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05469"/>
            <a:ext cx="11277318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43561"/>
            <a:ext cx="1173450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practical system that demonstrates both product thinking and full-stack delivery.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339348"/>
            <a:ext cx="393690" cy="393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24" y="2353685"/>
            <a:ext cx="4819529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Demonstrate MERN development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47724" y="2776676"/>
            <a:ext cx="481952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Connect a responsive interface, REST APIs, business logic, and persistent storage.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2339348"/>
            <a:ext cx="393690" cy="3937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14977" y="2353685"/>
            <a:ext cx="4819529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Manage resource records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6914977" y="2776676"/>
            <a:ext cx="481952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Track quantities, locations, owners, and availability in one model.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879646"/>
            <a:ext cx="393690" cy="393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7724" y="4893983"/>
            <a:ext cx="4819529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Deliver clear CRUD workflows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1047724" y="5316974"/>
            <a:ext cx="481952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REST APIs to create, read, update, and delete information.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4879646"/>
            <a:ext cx="393690" cy="3937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14977" y="4893983"/>
            <a:ext cx="4819529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Support controlled access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914977" y="5316974"/>
            <a:ext cx="481952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authentication and role-based access where required.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6089498" y="1777305"/>
            <a:ext cx="12700" cy="2311698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457189" y="4082653"/>
            <a:ext cx="5638659" cy="12700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19" name="Shape 13"/>
          <p:cNvSpPr/>
          <p:nvPr/>
        </p:nvSpPr>
        <p:spPr>
          <a:xfrm>
            <a:off x="6089498" y="4089003"/>
            <a:ext cx="12700" cy="2311797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6095848" y="4082653"/>
            <a:ext cx="5638659" cy="12700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63266"/>
            <a:ext cx="640064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7987" y="705469"/>
            <a:ext cx="5892653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The solution: one shared resource 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7987" y="1783993"/>
            <a:ext cx="5892653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can add, discover, update, and manage emergency resources from a single responsive interface.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7987" y="5287169"/>
            <a:ext cx="5892653" cy="1113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120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with context: Filter by resource type, location, and availability.</a:t>
            </a:r>
            <a:endParaRPr lang="en-US" sz="1550" dirty="0"/>
          </a:p>
          <a:p>
            <a:pPr algn="l" marL="314960" indent="-314960">
              <a:lnSpc>
                <a:spcPct val="1120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 ownership clearly: Know who owns a resource and how much is available.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2277" y="0"/>
            <a:ext cx="12700" cy="6858000"/>
          </a:xfrm>
          <a:prstGeom prst="rect">
            <a:avLst/>
          </a:prstGeom>
          <a:solidFill>
            <a:srgbClr val="19161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266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DATA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05469"/>
            <a:ext cx="11277318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Resource records capture what matters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43561"/>
            <a:ext cx="1173450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record answers the questions a responder needs before acting.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777305"/>
            <a:ext cx="492113" cy="49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189" y="2398036"/>
            <a:ext cx="3530512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Resource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189" y="2821027"/>
            <a:ext cx="353051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Food, water, medicine, shelter, vehicles, or equipment.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889" y="1777305"/>
            <a:ext cx="492113" cy="49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89" y="2398036"/>
            <a:ext cx="3301917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Quantity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444889" y="2821027"/>
            <a:ext cx="353051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Current amount or capacity.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995" y="1777305"/>
            <a:ext cx="492113" cy="4921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03995" y="2398036"/>
            <a:ext cx="3530512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Location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8203995" y="2821027"/>
            <a:ext cx="353051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Where the resource can be accessed.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9" y="4317603"/>
            <a:ext cx="492113" cy="49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189" y="4938334"/>
            <a:ext cx="3530512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Owner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457189" y="5361325"/>
            <a:ext cx="353051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Person, organization, or response team.</a:t>
            </a:r>
            <a:endParaRPr lang="en-US" sz="15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889" y="4317603"/>
            <a:ext cx="492113" cy="4921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44889" y="4938334"/>
            <a:ext cx="7289618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Availability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4444889" y="5361325"/>
            <a:ext cx="728961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Available, reserved, or unavailable.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4209945" y="1777305"/>
            <a:ext cx="12700" cy="2311698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7969051" y="1777305"/>
            <a:ext cx="12700" cy="2311698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457189" y="4082653"/>
            <a:ext cx="3759106" cy="12700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23" name="Shape 16"/>
          <p:cNvSpPr/>
          <p:nvPr/>
        </p:nvSpPr>
        <p:spPr>
          <a:xfrm>
            <a:off x="4209945" y="4089003"/>
            <a:ext cx="12700" cy="2311797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  <p:sp>
        <p:nvSpPr>
          <p:cNvPr id="24" name="Shape 17"/>
          <p:cNvSpPr/>
          <p:nvPr/>
        </p:nvSpPr>
        <p:spPr>
          <a:xfrm>
            <a:off x="4216295" y="4082653"/>
            <a:ext cx="7518212" cy="12700"/>
          </a:xfrm>
          <a:prstGeom prst="rect">
            <a:avLst/>
          </a:prstGeom>
          <a:solidFill>
            <a:srgbClr val="191610">
              <a:alpha val="24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266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INFORMATION LIFECYCLE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05469"/>
            <a:ext cx="11277318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CRUD operations keep information current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43561"/>
            <a:ext cx="1173450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follows a simple loop from first entry to completed response.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189" y="1824930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9A360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967930"/>
            <a:ext cx="2671696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4034" y="3755330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Create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4034" y="4158059"/>
            <a:ext cx="227800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a new resource record.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29" y="2672655"/>
            <a:ext cx="2671696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2574" y="3460055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522574" y="3862784"/>
            <a:ext cx="227800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 and filter available resources.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70" y="2377380"/>
            <a:ext cx="2671696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1115" y="3164780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Update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391115" y="3567509"/>
            <a:ext cx="227800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 quantity, location, or status.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811" y="2082105"/>
            <a:ext cx="2671696" cy="1428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59656" y="2869505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Delete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9259656" y="3272234"/>
            <a:ext cx="227800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 outdated or completed records.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11182" y="5250974"/>
            <a:ext cx="1102332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spc="10" kern="100" dirty="0">
                <a:solidFill>
                  <a:srgbClr val="655F58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Why it matters</a:t>
            </a:r>
            <a:pPr algn="l" indent="0" marL="0">
              <a:lnSpc>
                <a:spcPct val="108000"/>
              </a:lnSpc>
              <a:buNone/>
            </a:pPr>
            <a:r>
              <a:rPr lang="en-US" sz="1050" spc="10" kern="100" dirty="0">
                <a:solidFill>
                  <a:srgbClr val="655F5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 · Current records help responders act on what is available now, not what was true earlier.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266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11184"/>
            <a:ext cx="11277318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spc="-110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MERN architecture connects the experience</a:t>
            </a:r>
            <a:endParaRPr lang="en-US" sz="4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8147" y="2014141"/>
            <a:ext cx="5595401" cy="2412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76069" y="2294203"/>
            <a:ext cx="3077048" cy="1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spc="-28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React UI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76069" y="2853743"/>
            <a:ext cx="3077048" cy="1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spc="-28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Node &amp; Express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76069" y="3407689"/>
            <a:ext cx="3077048" cy="1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spc="-28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MongoDB Storage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76069" y="3961634"/>
            <a:ext cx="3077048" cy="1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00" spc="-28" kern="100" dirty="0">
                <a:solidFill>
                  <a:srgbClr val="FFFFFF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JSON Response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189" y="4619147"/>
            <a:ext cx="3555911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React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57189" y="5042138"/>
            <a:ext cx="355591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 user interface and resource dashboards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317892" y="4619147"/>
            <a:ext cx="3555911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Node.js + Express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317892" y="5042138"/>
            <a:ext cx="3555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API routes and business logic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178595" y="4619147"/>
            <a:ext cx="3555911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MongoDB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178595" y="5042138"/>
            <a:ext cx="355591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Flexible storage for resource records and users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7189" y="5750639"/>
            <a:ext cx="1173450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spc="10" kern="100" dirty="0">
                <a:solidFill>
                  <a:srgbClr val="655F58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API flow:</a:t>
            </a:r>
            <a:pPr algn="l" indent="0" marL="0">
              <a:lnSpc>
                <a:spcPct val="108000"/>
              </a:lnSpc>
              <a:buNone/>
            </a:pPr>
            <a:r>
              <a:rPr lang="en-US" sz="1050" spc="10" kern="100" dirty="0">
                <a:solidFill>
                  <a:srgbClr val="655F5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 UI request → Express route → MongoDB → JSON response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5464" y="488666"/>
            <a:ext cx="6756231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ACCESS CONTROL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435464" y="730869"/>
            <a:ext cx="6197445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Authentication protects access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35464" y="1809393"/>
            <a:ext cx="6197445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keeps discovery fast while making resource management accountable.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35464" y="2831802"/>
            <a:ext cx="661872" cy="495300"/>
          </a:xfrm>
          <a:prstGeom prst="roundRect">
            <a:avLst>
              <a:gd name="adj" fmla="val 16923"/>
            </a:avLst>
          </a:prstGeom>
          <a:noFill/>
          <a:ln w="38099">
            <a:solidFill>
              <a:srgbClr val="5E8AA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13260" y="2939752"/>
            <a:ext cx="91586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19161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25930" y="2966758"/>
            <a:ext cx="5306979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Sign in first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25930" y="3389749"/>
            <a:ext cx="530697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authenticate before managing emergency resources.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35464" y="4063802"/>
            <a:ext cx="705825" cy="495300"/>
          </a:xfrm>
          <a:prstGeom prst="roundRect">
            <a:avLst>
              <a:gd name="adj" fmla="val 16923"/>
            </a:avLst>
          </a:prstGeom>
          <a:noFill/>
          <a:ln w="38099">
            <a:solidFill>
              <a:srgbClr val="5E8AA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13260" y="4171752"/>
            <a:ext cx="95981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19161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369883" y="4198757"/>
            <a:ext cx="526302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Separate roles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69883" y="4621748"/>
            <a:ext cx="526302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Common users, resource owners, and administrators receive different access.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435464" y="5295801"/>
            <a:ext cx="701955" cy="495300"/>
          </a:xfrm>
          <a:prstGeom prst="roundRect">
            <a:avLst>
              <a:gd name="adj" fmla="val 16923"/>
            </a:avLst>
          </a:prstGeom>
          <a:noFill/>
          <a:ln w="38099">
            <a:solidFill>
              <a:srgbClr val="5E8AA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3260" y="5403751"/>
            <a:ext cx="95594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19161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66013" y="5430756"/>
            <a:ext cx="526689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dirty="0">
                <a:solidFill>
                  <a:srgbClr val="191610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Protect the record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366013" y="5853748"/>
            <a:ext cx="526689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Permissions safeguard data without slowing resource discovery.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4870328" y="0"/>
            <a:ext cx="12700" cy="6858000"/>
          </a:xfrm>
          <a:prstGeom prst="rect">
            <a:avLst/>
          </a:prstGeom>
          <a:solidFill>
            <a:srgbClr val="19161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266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385E71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OPERATING SCENARIO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05469"/>
            <a:ext cx="11277318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191610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Typical emergency sharing workflow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43561"/>
            <a:ext cx="1173450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Ownership, search, status, and oversight form one continuous response loop.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57189" y="1824930"/>
            <a:ext cx="3721503" cy="31651"/>
          </a:xfrm>
          <a:prstGeom prst="roundRect">
            <a:avLst>
              <a:gd name="adj" fmla="val 49998"/>
            </a:avLst>
          </a:prstGeom>
          <a:solidFill>
            <a:srgbClr val="9A360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2967930"/>
            <a:ext cx="2671696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4034" y="3755330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Register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4034" y="4158059"/>
            <a:ext cx="227800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resource owner records available supplies.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29" y="2672655"/>
            <a:ext cx="2671696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2574" y="3460055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Search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522574" y="3862784"/>
            <a:ext cx="227800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Responders filter by type, quantity, and location.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270" y="2377380"/>
            <a:ext cx="2671696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91115" y="3164780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Update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391115" y="3567509"/>
            <a:ext cx="227800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owner marks a resource reserved or used.</a:t>
            </a:r>
            <a:endParaRPr lang="en-US" sz="15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811" y="2082105"/>
            <a:ext cx="2671696" cy="1428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59656" y="2869505"/>
            <a:ext cx="2278006" cy="28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900" spc="-47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Monitor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9259656" y="3272234"/>
            <a:ext cx="2278006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Administrators review records and remove stale entries.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11182" y="5516682"/>
            <a:ext cx="1102332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spc="10" kern="100" dirty="0">
                <a:solidFill>
                  <a:srgbClr val="655F58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Result</a:t>
            </a:r>
            <a:pPr algn="l" indent="0" marL="0">
              <a:lnSpc>
                <a:spcPct val="108000"/>
              </a:lnSpc>
              <a:buNone/>
            </a:pPr>
            <a:r>
              <a:rPr lang="en-US" sz="1050" spc="10" kern="100" dirty="0">
                <a:solidFill>
                  <a:srgbClr val="655F58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 · Everyone sees the same resource status as the response evolves.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76678" y="0"/>
            <a:ext cx="7315017" cy="6858000"/>
          </a:xfrm>
          <a:prstGeom prst="rect">
            <a:avLst/>
          </a:prstGeom>
          <a:solidFill>
            <a:srgbClr val="F3F5F3"/>
          </a:solidFill>
          <a:ln/>
        </p:spPr>
      </p:sp>
      <p:sp>
        <p:nvSpPr>
          <p:cNvPr id="4" name="Text 1"/>
          <p:cNvSpPr/>
          <p:nvPr/>
        </p:nvSpPr>
        <p:spPr>
          <a:xfrm>
            <a:off x="5333867" y="1622439"/>
            <a:ext cx="68578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84" kern="100" dirty="0">
                <a:solidFill>
                  <a:srgbClr val="27231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EXPECTED RESULTS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33867" y="1864642"/>
            <a:ext cx="6400640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spc="-85" kern="100" dirty="0">
                <a:solidFill>
                  <a:srgbClr val="27231D"/>
                </a:solidFill>
                <a:latin typeface="Anybody Black" pitchFamily="34" charset="0"/>
                <a:ea typeface="Anybody Black" pitchFamily="34" charset="-122"/>
                <a:cs typeface="Anybody Black" pitchFamily="34" charset="-120"/>
              </a:rPr>
              <a:t>Expected results and future scope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333867" y="2933402"/>
            <a:ext cx="6400640" cy="898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Faster discovery of available emergency resources</a:t>
            </a:r>
            <a:endParaRPr lang="en-US" sz="1550" dirty="0"/>
          </a:p>
          <a:p>
            <a:pPr algn="l" marL="314960" indent="-314960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Clear ownership and availability tracking</a:t>
            </a:r>
            <a:endParaRPr lang="en-US" sz="1550" dirty="0"/>
          </a:p>
          <a:p>
            <a:pPr algn="l" marL="314960" indent="-314960">
              <a:lnSpc>
                <a:spcPct val="112000"/>
              </a:lnSpc>
              <a:buSzPct val="100000"/>
              <a:buChar char="•"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Practical demonstration of MERN CRUD and REST API skills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333867" y="4057551"/>
            <a:ext cx="2112116" cy="31651"/>
          </a:xfrm>
          <a:prstGeom prst="roundRect">
            <a:avLst>
              <a:gd name="adj" fmla="val 49998"/>
            </a:avLst>
          </a:prstGeom>
          <a:solidFill>
            <a:srgbClr val="9A3605"/>
          </a:solidFill>
          <a:ln/>
        </p:spPr>
      </p:sp>
      <p:sp>
        <p:nvSpPr>
          <p:cNvPr id="8" name="Text 5"/>
          <p:cNvSpPr/>
          <p:nvPr/>
        </p:nvSpPr>
        <p:spPr>
          <a:xfrm>
            <a:off x="5333867" y="4491071"/>
            <a:ext cx="640064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dirty="0">
                <a:solidFill>
                  <a:srgbClr val="27231D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333867" y="4985683"/>
            <a:ext cx="68578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7231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Maps, notifications, live updates, analytics, and mobile support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2026-10-10T05:04:07Z</dcterms:created>
  <dcterms:modified xsi:type="dcterms:W3CDTF">2026-10-10T05:04:07Z</dcterms:modified>
</cp:coreProperties>
</file>